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745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0A1628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34095" y="3657600"/>
            <a:ext cx="6400800" cy="6400800"/>
          </a:xfrm>
          <a:prstGeom prst="ellipse">
            <a:avLst/>
          </a:prstGeom>
          <a:solidFill>
            <a:srgbClr val="0F1E3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0292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0" b="1" kern="0" spc="-800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STM</a:t>
            </a:r>
            <a:endParaRPr lang="en-US" sz="22000" dirty="0"/>
          </a:p>
        </p:txBody>
      </p:sp>
      <p:sp>
        <p:nvSpPr>
          <p:cNvPr id="7" name="Shape 5"/>
          <p:cNvSpPr/>
          <p:nvPr/>
        </p:nvSpPr>
        <p:spPr>
          <a:xfrm>
            <a:off x="594360" y="4480560"/>
            <a:ext cx="1097280" cy="54864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4663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Твой интеллект. </a:t>
            </a:r>
            <a:r>
              <a:rPr lang="en-US" sz="34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Твоё время.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54864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Интеллектуальная система управления задачами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алгоритмами автоматической приоритизации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1  ·  HERO SECTION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Управляйте фокусом.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не списками.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Хватит просто записывать дела.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Позволь алгоритму управлять твоим фокусом.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Продуктивность на автопилоте.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«Запустить систему» — фон переходит из статичного в динамичный (движущиеся частицы).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3D-модель светящегося кристалла, от которого исходят лучи к списку задач. Плавная «дышащая» анимация свечения.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2  ·  THE CHAOS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Хаос — главный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враг фокуса.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Списки дел растут быстрее, чем закрываются задачи.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 понять, за что хвататься в первую очередь.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Когнитивная перегрузка от постоянного выбора.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Параллакс-эффект: задачи разлетаются в стороны при скролле.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Облако из хаотично разбросанных, полупрозрачных названий задач: «Купить молоко», «Проект V2», «Счет».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3  ·  THE SOLUTION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Система, которая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думает за тебя.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блокнот. Это твой персональный стратег.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Автоматическое ранжирование на основе мат. весов.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Фокус только на том, что критически важно сейчас.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Ховер-эффект: при наведении всплывает «Алгоритм выбрал эту задачу, т.к. дедлайн через 2 часа».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приложения в изометрии с неоновой обводкой. Одна задача подсвечена ярко-зеленым — «Current Focus».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4  ·  THE CORE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Математика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вместо интуиции.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основе — модифицированная матрица Эйзенхауэра.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Формула: P = (U × 0.6) + (I × 0.4).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Исключение человеческого фактора и предвзятости.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ползунка (Срочность / Важность) — итоговый балл Priority Index обновляется в реальном времени.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Фрагмент Python-кода в стиле VS Code. Строки с формулой подсвечены неоновым фиолетовым.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5  ·  SMART SORT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Сортировка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один клик.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Добавь задачи в любом порядке.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 кнопку — получи идеальный план дня.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Никаких раздумий над списком.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«Smart Sort» — хаотичный список текстовых блоков красиво анимируется и выстраивается.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GIF/видео-луп: список задач перемешивается и выстраивается в четкую иерархию с анимацией.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6  ·  STACK &amp; PERFORMANCE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Построен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для скорости.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Легковесный стек для мгновенного отклика.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Локальное хранение (JSON) — полная приватность.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Timsort: O(N log N) — молниеносная сортировка.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иконке открывает описание: «Почему это было выбрано для проекта».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Иконки технологий (Python, CustomTkinter, JSON) в виде парящих 3D-объектов.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7  ·  COMPARISON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 голову выше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обычных To-Do.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Обычные приложения — пассивные списки.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 — активный помощник.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до 30 минут в день на планировании.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Переключатель «До / После» — вид интерфейса меняется со стандартного на «умный».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Таблица сравнения: колонка STM подсвечена градиентом, колонка «Другие» — тускло-серая.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8  ·  PRODUCTIVITY CALCULATOR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Узнай свою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выгоду.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Рассчитай, сколько времени тратишь на выбор задач.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Посмотри, как алгоритм оптимизирует твой график.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Результат: «С нами вы сэкономите 182 часа в год».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количества задач → мгновенный расчет экономии времени.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Минималистичный калькулятор с неоновыми цифрами на темном фоне.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9  ·  INTEGRATION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Экосистема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продуктивности.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Потенциальная интеграция с календарями и почтой.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Облачная синхронизация между устройствами.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AI-ассистент для анализа привычек.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скролле связи между иконками начинают пульсировать.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Схема связей (Node Graph): STM в центре, вокруг — Google Calendar, Slack, Outlook.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F1E3A"/>
          </a:solidFill>
          <a:ln w="6350">
            <a:solidFill>
              <a:srgbClr val="1F2D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10  ·  THE RESULT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Твой идеальный день
</a:t>
            </a:r>
            <a:r>
              <a:rPr lang="en-US" sz="48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начинается здесь.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i="1" dirty="0">
                <a:solidFill>
                  <a:srgbClr val="8B2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0" dirty="0"/>
          </a:p>
        </p:txBody>
      </p:sp>
      <p:sp>
        <p:nvSpPr>
          <p:cNvPr id="8" name="Shape 6"/>
          <p:cNvSpPr/>
          <p:nvPr/>
        </p:nvSpPr>
        <p:spPr>
          <a:xfrm>
            <a:off x="594360" y="4160520"/>
            <a:ext cx="36576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1752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готов к использованию.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исходный код.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6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Нулевая цена — максимальная ценность.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36576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9436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  </a:t>
            </a:r>
            <a:r>
              <a:rPr lang="en-US" sz="1100" i="1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«Посмотреть код на GitHub» с анимацией при наведении.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097280"/>
            <a:ext cx="3291840" cy="46634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097280"/>
            <a:ext cx="54864" cy="4663440"/>
          </a:xfrm>
          <a:prstGeom prst="rect">
            <a:avLst/>
          </a:prstGeom>
          <a:solidFill>
            <a:srgbClr val="8B294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280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ВИЗУАЛЬНАЯ ИДЕЯ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0" y="169164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Полноэкранный скриншот работающего приложения. Чисто, эстетично, профессионально.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4577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0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695" y="-1828800"/>
            <a:ext cx="7315200" cy="7315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0F1E3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29331"/>
            <a:ext cx="548640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2427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8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 ·  PROJECT LINK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Посмотреть </a:t>
            </a:r>
            <a:r>
              <a:rPr lang="en-US" sz="8000" b="1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проект.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548639" y="4114800"/>
            <a:ext cx="8500469" cy="1463040"/>
          </a:xfrm>
          <a:prstGeom prst="rect">
            <a:avLst/>
          </a:prstGeom>
          <a:solidFill>
            <a:srgbClr val="0F1E3A"/>
          </a:solidFill>
          <a:ln w="12700">
            <a:solidFill>
              <a:srgbClr val="1F2D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4114800"/>
            <a:ext cx="54864" cy="1463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297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НА ПРОЕКТ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63440"/>
            <a:ext cx="83541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i="1" dirty="0">
                <a:solidFill>
                  <a:srgbClr val="E8E6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https://github.com/Odegard19/Projectnn1/upload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88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Task Manager  ·  Твой интеллект. Твоё время.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785</Words>
  <Application>Microsoft Office PowerPoint</Application>
  <PresentationFormat>Широкоэкранный</PresentationFormat>
  <Paragraphs>132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ARC RAIDERS</cp:lastModifiedBy>
  <cp:revision>5</cp:revision>
  <dcterms:created xsi:type="dcterms:W3CDTF">2026-06-02T19:25:22Z</dcterms:created>
  <dcterms:modified xsi:type="dcterms:W3CDTF">2026-06-02T19:51:20Z</dcterms:modified>
</cp:coreProperties>
</file>